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90" r:id="rId18"/>
    <p:sldId id="274" r:id="rId19"/>
    <p:sldId id="275" r:id="rId20"/>
    <p:sldId id="279" r:id="rId21"/>
    <p:sldId id="280" r:id="rId22"/>
    <p:sldId id="277" r:id="rId23"/>
    <p:sldId id="278" r:id="rId24"/>
    <p:sldId id="288" r:id="rId25"/>
    <p:sldId id="289" r:id="rId26"/>
    <p:sldId id="282" r:id="rId27"/>
    <p:sldId id="284" r:id="rId28"/>
    <p:sldId id="285" r:id="rId29"/>
    <p:sldId id="283" r:id="rId30"/>
    <p:sldId id="286" r:id="rId31"/>
    <p:sldId id="287" r:id="rId32"/>
    <p:sldId id="291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1034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4333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968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1401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9181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123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641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8986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C01E7637-D4CB-4EE7-BBC8-1C33F3D5CF2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0909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048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42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4345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993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26030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68574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37858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335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01E7637-D4CB-4EE7-BBC8-1C33F3D5CF2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10526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9E177-AA22-7231-4774-CE43F227FE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Study information system  -- Exa1--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C55E1A-8433-4923-FA2C-13D2B1662F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Timotej Kotl</a:t>
            </a:r>
            <a:r>
              <a:rPr lang="sk-SK" dirty="0"/>
              <a:t>ín </a:t>
            </a:r>
            <a:r>
              <a:rPr lang="en-US" dirty="0"/>
              <a:t>&amp;</a:t>
            </a:r>
            <a:r>
              <a:rPr lang="sk-SK" dirty="0"/>
              <a:t> Sara Alić-Ekinović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789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496CA-A913-7870-1D83-0973C9F3A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0"/>
            <a:ext cx="6915150" cy="984250"/>
          </a:xfrm>
        </p:spPr>
        <p:txBody>
          <a:bodyPr/>
          <a:lstStyle/>
          <a:p>
            <a:r>
              <a:rPr lang="sk-SK" dirty="0"/>
              <a:t>System Description </a:t>
            </a:r>
            <a:r>
              <a:rPr lang="en-GB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40BE98-D474-90B2-DB7A-CA6E5F3EC07A}"/>
              </a:ext>
            </a:extLst>
          </p:cNvPr>
          <p:cNvSpPr txBox="1"/>
          <p:nvPr/>
        </p:nvSpPr>
        <p:spPr>
          <a:xfrm>
            <a:off x="247650" y="781050"/>
            <a:ext cx="8967519" cy="63248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/>
              <a:t>Topic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b="1" dirty="0"/>
              <a:t>Exams (EXA)</a:t>
            </a:r>
            <a:endParaRPr lang="en-GB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/>
              <a:t>Stakeholders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Students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Teachers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Managers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/>
              <a:t>Feature areas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Awarding credits (by teachers)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Exam terms management and room reservation (by teachers)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Registering for the exam terms (by students)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Communication with the registered students (by students and teachers)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Awarding grades (by teachers)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Viewing results (by students and teachers)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/>
              <a:t>Statistical reports going back to history (by managers and teachers)</a:t>
            </a:r>
          </a:p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8B780E-2905-10A7-EBE0-2585BA92C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974" y="1106369"/>
            <a:ext cx="2799393" cy="5827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4F61FF-8717-989C-4E6F-AEB116F64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490" y="2686018"/>
            <a:ext cx="2486178" cy="5143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F27FABD-95B8-CB52-4BFA-68A8856E67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9263" y="1106369"/>
            <a:ext cx="2330926" cy="582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123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828AB-B3C8-54B4-8E81-27BF8233C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C8DE7-E599-E3D1-A874-6CA71096F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0"/>
            <a:ext cx="7848600" cy="984250"/>
          </a:xfrm>
        </p:spPr>
        <p:txBody>
          <a:bodyPr>
            <a:normAutofit/>
          </a:bodyPr>
          <a:lstStyle/>
          <a:p>
            <a:r>
              <a:rPr lang="en-GB" dirty="0">
                <a:effectLst/>
              </a:rPr>
              <a:t>Features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021F59-C57B-DD99-E5F5-1E7DF163A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050" y="984250"/>
            <a:ext cx="8077200" cy="14000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CCC5B0-2FDD-F838-7C27-147E84D7B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2527216"/>
            <a:ext cx="7918450" cy="14023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142CCA-E243-3645-1BA7-301A36C66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2250" y="4067802"/>
            <a:ext cx="8001000" cy="140471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6DEA3AE-39DB-CD52-C901-8DC9DBAC04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5610768"/>
            <a:ext cx="7918450" cy="1165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886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10E30-A98E-750E-5C59-FF4C11C9E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A161A-E48D-BC4F-A66A-5DE19020E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0"/>
            <a:ext cx="9766300" cy="984250"/>
          </a:xfrm>
        </p:spPr>
        <p:txBody>
          <a:bodyPr>
            <a:normAutofit/>
          </a:bodyPr>
          <a:lstStyle/>
          <a:p>
            <a:r>
              <a:rPr lang="en-GB" dirty="0">
                <a:effectLst/>
              </a:rPr>
              <a:t>Student Exam Registration – Feature 01 </a:t>
            </a:r>
            <a:r>
              <a:rPr lang="en-GB" dirty="0"/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E363A9-8F84-E0AB-1DBB-2188DCFE6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7" y="2805745"/>
            <a:ext cx="5844743" cy="39151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B39EB5-26C0-4182-1843-2711B9441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76" y="3079751"/>
            <a:ext cx="6113938" cy="36411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40C39B-72B0-99FC-98F5-EAF0F3B16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167" y="1160360"/>
            <a:ext cx="8118783" cy="1328840"/>
          </a:xfrm>
          <a:prstGeom prst="rect">
            <a:avLst/>
          </a:prstGeom>
        </p:spPr>
      </p:pic>
      <p:pic>
        <p:nvPicPr>
          <p:cNvPr id="2052" name="Picture 4" descr="Register - Free commerce and shopping icons">
            <a:extLst>
              <a:ext uri="{FF2B5EF4-FFF2-40B4-BE49-F238E27FC236}">
                <a16:creationId xmlns:a16="http://schemas.microsoft.com/office/drawing/2014/main" id="{C3AC2DAE-253C-EB09-0AA4-A2D02F967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2750" y="137145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5870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F5553-A300-E1F6-F8DC-5D99AA7D1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D374-9D99-65B9-13DD-D67FF4609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0"/>
            <a:ext cx="9766300" cy="984250"/>
          </a:xfrm>
        </p:spPr>
        <p:txBody>
          <a:bodyPr>
            <a:normAutofit/>
          </a:bodyPr>
          <a:lstStyle/>
          <a:p>
            <a:r>
              <a:rPr lang="en-GB" dirty="0">
                <a:effectLst/>
              </a:rPr>
              <a:t>Reservation of Exam Premises – Feature 02 </a:t>
            </a:r>
            <a:r>
              <a:rPr lang="en-GB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EDB385-7060-B8E9-0630-9AECE6EBE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984250"/>
            <a:ext cx="7975600" cy="140277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53DF8B9-2139-2DEC-4F93-FE0A194D3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929" y="2431471"/>
            <a:ext cx="5359521" cy="4358521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CEA10CE7-1440-B295-2E3E-BE098EE4B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1800" y="3848100"/>
            <a:ext cx="33528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4291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53629-3FC9-EE59-D5EB-FA9A54604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4B44A-6579-B81D-BF8A-DAA627EA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0"/>
            <a:ext cx="9766300" cy="984250"/>
          </a:xfrm>
        </p:spPr>
        <p:txBody>
          <a:bodyPr>
            <a:normAutofit/>
          </a:bodyPr>
          <a:lstStyle/>
          <a:p>
            <a:r>
              <a:rPr lang="en-GB" dirty="0">
                <a:effectLst/>
              </a:rPr>
              <a:t>Responsibilities - Feature 01 </a:t>
            </a:r>
            <a:r>
              <a:rPr lang="en-GB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20F348-13F7-8829-DB85-C9B563C63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75" y="933450"/>
            <a:ext cx="6052175" cy="13649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6D649F-2435-2927-F56F-0F74C30AFD76}"/>
              </a:ext>
            </a:extLst>
          </p:cNvPr>
          <p:cNvSpPr txBox="1"/>
          <p:nvPr/>
        </p:nvSpPr>
        <p:spPr>
          <a:xfrm>
            <a:off x="1816011" y="2021410"/>
            <a:ext cx="48450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R01 - Exam Term Sign-In Page And Authentication Guard</a:t>
            </a:r>
          </a:p>
          <a:p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4AF5F7-0B15-4AB0-3619-B4E911D6F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099" y="2370985"/>
            <a:ext cx="6833541" cy="13551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570831-0F55-B8FE-72E5-320011D7AE71}"/>
              </a:ext>
            </a:extLst>
          </p:cNvPr>
          <p:cNvSpPr txBox="1"/>
          <p:nvPr/>
        </p:nvSpPr>
        <p:spPr>
          <a:xfrm>
            <a:off x="9271888" y="3449100"/>
            <a:ext cx="48378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R02 - Course Lookup Input Handling</a:t>
            </a:r>
          </a:p>
          <a:p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4D5BAAC-287A-422C-4597-CF3820305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75" y="3798675"/>
            <a:ext cx="6702606" cy="135511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3A2862F-27F2-0090-2855-978982E9A589}"/>
              </a:ext>
            </a:extLst>
          </p:cNvPr>
          <p:cNvSpPr txBox="1"/>
          <p:nvPr/>
        </p:nvSpPr>
        <p:spPr>
          <a:xfrm>
            <a:off x="3969860" y="4876791"/>
            <a:ext cx="48378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R03 - Course Resolution In Course DB</a:t>
            </a:r>
          </a:p>
          <a:p>
            <a:endParaRPr lang="en-GB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D0702F1-4D14-09B6-2BC2-812543E3FE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5099" y="5226365"/>
            <a:ext cx="6833541" cy="132741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EE2FF97-94D4-7D25-1E61-ADCDE0ED46B1}"/>
              </a:ext>
            </a:extLst>
          </p:cNvPr>
          <p:cNvSpPr txBox="1"/>
          <p:nvPr/>
        </p:nvSpPr>
        <p:spPr>
          <a:xfrm>
            <a:off x="9764258" y="6276782"/>
            <a:ext cx="4298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R04 - Term Schedule Retrieval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44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423AE-87D7-1B60-290C-39D01763E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8F93AE9A-A6E9-C41B-1BC1-A0B615B15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164" y="4558535"/>
            <a:ext cx="6164207" cy="1318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074A02-3FDC-A389-3EDA-8B4E38B32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55" y="54524"/>
            <a:ext cx="5794901" cy="11490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CEE6CF-6B85-BABB-5059-115BC6DC1104}"/>
              </a:ext>
            </a:extLst>
          </p:cNvPr>
          <p:cNvSpPr txBox="1"/>
          <p:nvPr/>
        </p:nvSpPr>
        <p:spPr>
          <a:xfrm>
            <a:off x="3342905" y="926592"/>
            <a:ext cx="4521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R05 - Exam Term(s) Presentation</a:t>
            </a:r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9E1288-9EC9-3EC2-277E-201F949B4C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3751" y="1245230"/>
            <a:ext cx="6827094" cy="11511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B945D8B-91C2-8C28-2C5F-F7E18F5B3369}"/>
              </a:ext>
            </a:extLst>
          </p:cNvPr>
          <p:cNvSpPr txBox="1"/>
          <p:nvPr/>
        </p:nvSpPr>
        <p:spPr>
          <a:xfrm>
            <a:off x="9403981" y="2119341"/>
            <a:ext cx="4521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R06 - Exam Term Selection Capture</a:t>
            </a:r>
            <a:endParaRPr lang="en-GB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38831DF-7222-71F5-4569-0BDF016F97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55" y="2449153"/>
            <a:ext cx="5934009" cy="205656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0A1072F-35E8-EDA0-9D5F-296ACBD89971}"/>
              </a:ext>
            </a:extLst>
          </p:cNvPr>
          <p:cNvSpPr txBox="1"/>
          <p:nvPr/>
        </p:nvSpPr>
        <p:spPr>
          <a:xfrm>
            <a:off x="2868898" y="4228723"/>
            <a:ext cx="4521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R07 - Registration/Enrolment Verification</a:t>
            </a:r>
            <a:endParaRPr lang="en-GB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7678110-E4C3-FCEB-84FD-9B5F7BA136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55" y="5869205"/>
            <a:ext cx="5934010" cy="93427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2021EE3-C769-8FA2-A260-2EDB5948DB77}"/>
              </a:ext>
            </a:extLst>
          </p:cNvPr>
          <p:cNvSpPr txBox="1"/>
          <p:nvPr/>
        </p:nvSpPr>
        <p:spPr>
          <a:xfrm>
            <a:off x="8240198" y="5599698"/>
            <a:ext cx="4521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R08 - Outcome Notification/Alerting Responsibilities</a:t>
            </a: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5220B9-6E5D-FB9A-ECDD-6CF31440E5FE}"/>
              </a:ext>
            </a:extLst>
          </p:cNvPr>
          <p:cNvSpPr txBox="1"/>
          <p:nvPr/>
        </p:nvSpPr>
        <p:spPr>
          <a:xfrm>
            <a:off x="3527521" y="6529417"/>
            <a:ext cx="4521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R09 - Notification/Alert Logging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1211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99FD4-3A92-465F-C86D-7E916EE9B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19406-AF1C-359A-BCAC-3E076A034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0"/>
            <a:ext cx="9766300" cy="984250"/>
          </a:xfrm>
        </p:spPr>
        <p:txBody>
          <a:bodyPr>
            <a:normAutofit/>
          </a:bodyPr>
          <a:lstStyle/>
          <a:p>
            <a:r>
              <a:rPr lang="en-GB" dirty="0">
                <a:effectLst/>
              </a:rPr>
              <a:t>Responsibilities - Feature 02 </a:t>
            </a:r>
            <a:r>
              <a:rPr lang="en-GB" dirty="0"/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3E078B-5214-4153-153F-8B313118F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0" y="900956"/>
            <a:ext cx="6046180" cy="11688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7CAAE3-5E7D-CED8-43B6-A5FD093ACBB1}"/>
              </a:ext>
            </a:extLst>
          </p:cNvPr>
          <p:cNvSpPr txBox="1"/>
          <p:nvPr/>
        </p:nvSpPr>
        <p:spPr>
          <a:xfrm>
            <a:off x="3395429" y="1794747"/>
            <a:ext cx="4845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R10 - Exam Term Editor Initialization</a:t>
            </a:r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48A47D-E28F-55AB-C38C-A426D65F0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460" y="2103933"/>
            <a:ext cx="6231389" cy="11611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38CED36-F94A-0D08-005F-24076EEF17AF}"/>
              </a:ext>
            </a:extLst>
          </p:cNvPr>
          <p:cNvSpPr txBox="1"/>
          <p:nvPr/>
        </p:nvSpPr>
        <p:spPr>
          <a:xfrm>
            <a:off x="9712302" y="2988062"/>
            <a:ext cx="4845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R11 - Location Field Activation</a:t>
            </a:r>
            <a:endParaRPr lang="en-GB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663CB5C-18CB-CC60-AB9B-E86E81DD6A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0" y="3297248"/>
            <a:ext cx="6046180" cy="115277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A0F40DF-E358-34D5-679B-65EEF1BB8256}"/>
              </a:ext>
            </a:extLst>
          </p:cNvPr>
          <p:cNvSpPr txBox="1"/>
          <p:nvPr/>
        </p:nvSpPr>
        <p:spPr>
          <a:xfrm>
            <a:off x="3348489" y="4176398"/>
            <a:ext cx="4845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R12 - Classroom Availability Lookup</a:t>
            </a:r>
            <a:endParaRPr lang="en-GB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EAF2A8E-7CD4-E7CC-77FC-8D1C457C94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3459" y="4477713"/>
            <a:ext cx="6231389" cy="116203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B61ACBC-3AD5-AEBC-95D2-7EEC69193F16}"/>
              </a:ext>
            </a:extLst>
          </p:cNvPr>
          <p:cNvSpPr txBox="1"/>
          <p:nvPr/>
        </p:nvSpPr>
        <p:spPr>
          <a:xfrm>
            <a:off x="9609993" y="5364734"/>
            <a:ext cx="4845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R13 - Room Option Presentation</a:t>
            </a:r>
            <a:endParaRPr lang="en-GB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7C09ADA-D4F2-F567-DE7D-081B04CF04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20" y="5675524"/>
            <a:ext cx="6040719" cy="112091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C94D3B7-FCEB-12B3-DAE7-37B466A2BA61}"/>
              </a:ext>
            </a:extLst>
          </p:cNvPr>
          <p:cNvSpPr txBox="1"/>
          <p:nvPr/>
        </p:nvSpPr>
        <p:spPr>
          <a:xfrm>
            <a:off x="3348489" y="6519436"/>
            <a:ext cx="4845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R14 - Classroom Selection Handling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98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9E87C1-B7A8-CBFF-8AD0-8D524DF6B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71746"/>
            <a:ext cx="7759700" cy="14929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756D0C-9E06-E943-F639-E688125127B4}"/>
              </a:ext>
            </a:extLst>
          </p:cNvPr>
          <p:cNvSpPr txBox="1"/>
          <p:nvPr/>
        </p:nvSpPr>
        <p:spPr>
          <a:xfrm>
            <a:off x="4561339" y="1287692"/>
            <a:ext cx="4845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R15 - Classroom Reservation &amp; Persistence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A56278-ECB5-A97E-8521-6803176BA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213" y="1692657"/>
            <a:ext cx="7691655" cy="14929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26A6D9-97C2-570F-2BD7-970E18241E76}"/>
              </a:ext>
            </a:extLst>
          </p:cNvPr>
          <p:cNvSpPr txBox="1"/>
          <p:nvPr/>
        </p:nvSpPr>
        <p:spPr>
          <a:xfrm>
            <a:off x="9609704" y="2908603"/>
            <a:ext cx="4845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R16 - Custom Location Handling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1D9FC0-4039-E158-EB00-FBF7CF084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9" y="3312182"/>
            <a:ext cx="8901012" cy="14915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1CC43A4-F2D8-D827-B330-A78396F5D15A}"/>
              </a:ext>
            </a:extLst>
          </p:cNvPr>
          <p:cNvSpPr txBox="1"/>
          <p:nvPr/>
        </p:nvSpPr>
        <p:spPr>
          <a:xfrm>
            <a:off x="6902046" y="4526741"/>
            <a:ext cx="4845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R17 - Success Notification</a:t>
            </a: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CC37C75-E39C-2066-19DE-11760EDB0C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1213" y="4930320"/>
            <a:ext cx="7593392" cy="14915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0F6193A-56A9-79DC-9282-A92683E4A0D4}"/>
              </a:ext>
            </a:extLst>
          </p:cNvPr>
          <p:cNvSpPr txBox="1"/>
          <p:nvPr/>
        </p:nvSpPr>
        <p:spPr>
          <a:xfrm>
            <a:off x="8809604" y="6144879"/>
            <a:ext cx="4845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R18 - Editor State Refresh &amp; UI Consistency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6427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E5606-F586-3936-9A51-0A57EF88F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8F36-A0A7-9714-8608-E9BA55F91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0"/>
            <a:ext cx="9766300" cy="984250"/>
          </a:xfrm>
        </p:spPr>
        <p:txBody>
          <a:bodyPr>
            <a:normAutofit/>
          </a:bodyPr>
          <a:lstStyle/>
          <a:p>
            <a:r>
              <a:rPr lang="en-GB" dirty="0">
                <a:effectLst/>
              </a:rPr>
              <a:t>L1 Diagram – C4</a:t>
            </a:r>
            <a:r>
              <a:rPr lang="en-GB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785B83-C5A7-7438-25F2-7B19035A9D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510" y="984250"/>
            <a:ext cx="6883490" cy="578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40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D0DFA-ED24-EE86-B1E5-7030709CC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3EDC8-C0EB-2082-DC3C-5251E8F44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0"/>
            <a:ext cx="9766300" cy="984250"/>
          </a:xfrm>
        </p:spPr>
        <p:txBody>
          <a:bodyPr>
            <a:normAutofit/>
          </a:bodyPr>
          <a:lstStyle/>
          <a:p>
            <a:r>
              <a:rPr lang="en-GB" dirty="0">
                <a:effectLst/>
              </a:rPr>
              <a:t>L2 Diagram – C4</a:t>
            </a:r>
            <a:r>
              <a:rPr lang="en-GB" dirty="0"/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5650D8-EE94-81A6-8AEB-D5693B74C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507" y="1132750"/>
            <a:ext cx="8032983" cy="109144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583785-DF63-80A7-B60A-218E7B478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506" y="1132750"/>
            <a:ext cx="8032983" cy="1091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938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DD7C3BA-223A-988A-2BDF-8F834B9182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508" y="-5725250"/>
            <a:ext cx="8032983" cy="1091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47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C6AB0-6BCA-1DD6-D783-195F33E99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0BB0C-F264-08E1-50D5-46FDC813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0"/>
            <a:ext cx="9766300" cy="984250"/>
          </a:xfrm>
        </p:spPr>
        <p:txBody>
          <a:bodyPr>
            <a:normAutofit/>
          </a:bodyPr>
          <a:lstStyle/>
          <a:p>
            <a:r>
              <a:rPr lang="en-GB" dirty="0">
                <a:effectLst/>
              </a:rPr>
              <a:t>L3 Diagram - Web Application - C4</a:t>
            </a:r>
            <a:r>
              <a:rPr lang="en-GB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FF060F-D552-9B67-AB94-1212A642F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88" y="1280794"/>
            <a:ext cx="22854823" cy="492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791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15E174-10BF-062E-D497-59EEB4F1F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427412" y="1280793"/>
            <a:ext cx="22854823" cy="492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534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EBC86-72D0-2078-0510-2DAFEB29A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6363B-F65B-42F4-15B8-7C320E58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0"/>
            <a:ext cx="9766300" cy="984250"/>
          </a:xfrm>
        </p:spPr>
        <p:txBody>
          <a:bodyPr>
            <a:normAutofit/>
          </a:bodyPr>
          <a:lstStyle/>
          <a:p>
            <a:r>
              <a:rPr lang="en-GB" dirty="0">
                <a:effectLst/>
              </a:rPr>
              <a:t>L3 Diagram – Application Core - C4</a:t>
            </a:r>
            <a:r>
              <a:rPr lang="en-GB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48EAD4-A85F-2F4A-C7CE-E5E169BD0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1900"/>
            <a:ext cx="12192000" cy="533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599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55A28B-BF8C-0926-9C72-DB9869750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5678150" cy="685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070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B8F3A-02D2-01D1-772F-94B2255B2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5748DF-E2A4-3027-6291-B330CBD88A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86150" y="-1961"/>
            <a:ext cx="15678150" cy="685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320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C751E-C682-2FDD-0057-84E3F27D1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5727D-5972-89ED-E282-1CAEF0943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0"/>
            <a:ext cx="9766300" cy="984250"/>
          </a:xfrm>
        </p:spPr>
        <p:txBody>
          <a:bodyPr>
            <a:normAutofit/>
          </a:bodyPr>
          <a:lstStyle/>
          <a:p>
            <a:r>
              <a:rPr lang="en-GB" dirty="0">
                <a:effectLst/>
              </a:rPr>
              <a:t>L3 Diagram – Exam Database - C4</a:t>
            </a:r>
            <a:r>
              <a:rPr lang="en-GB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81251B-73AD-0A27-EFFA-A3EFFAB97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8813"/>
            <a:ext cx="12192000" cy="395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164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9DD20-D1F2-C9B1-F46F-AB16F5CB1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FCB4C-97DB-218E-AEFF-04ECD46CE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0"/>
            <a:ext cx="9766300" cy="984250"/>
          </a:xfrm>
        </p:spPr>
        <p:txBody>
          <a:bodyPr>
            <a:normAutofit/>
          </a:bodyPr>
          <a:lstStyle/>
          <a:p>
            <a:r>
              <a:rPr lang="en-GB" dirty="0">
                <a:effectLst/>
              </a:rPr>
              <a:t>L3 Diagram – Notification Worker - C4</a:t>
            </a:r>
            <a:r>
              <a:rPr lang="en-GB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93727D-5930-6E6E-CF9A-8A20560F3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705" y="984250"/>
            <a:ext cx="9210590" cy="577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8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04B8F-CDA7-8579-46B2-27FC61D67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37294-CBFD-0B7F-8A2F-FEA8FA725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0"/>
            <a:ext cx="9766300" cy="984250"/>
          </a:xfrm>
        </p:spPr>
        <p:txBody>
          <a:bodyPr>
            <a:normAutofit/>
          </a:bodyPr>
          <a:lstStyle/>
          <a:p>
            <a:r>
              <a:rPr lang="en-GB" dirty="0">
                <a:effectLst/>
              </a:rPr>
              <a:t>Feature 01 flow - C4</a:t>
            </a:r>
            <a:r>
              <a:rPr lang="en-GB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F91CA9-C0C5-A343-E148-BC87274F5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" b="1"/>
          <a:stretch>
            <a:fillRect/>
          </a:stretch>
        </p:blipFill>
        <p:spPr>
          <a:xfrm>
            <a:off x="1482090" y="1706880"/>
            <a:ext cx="9227820" cy="1152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161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0B4566-0E67-9180-28D9-AAD9277CF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"/>
          <a:stretch>
            <a:fillRect/>
          </a:stretch>
        </p:blipFill>
        <p:spPr>
          <a:xfrm>
            <a:off x="1482090" y="-5158740"/>
            <a:ext cx="9227820" cy="1153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643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766F0-E674-A616-43DD-8A890625B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8744-19B5-CC87-8386-6C69BDF15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0"/>
            <a:ext cx="9766300" cy="984250"/>
          </a:xfrm>
        </p:spPr>
        <p:txBody>
          <a:bodyPr>
            <a:normAutofit/>
          </a:bodyPr>
          <a:lstStyle/>
          <a:p>
            <a:r>
              <a:rPr lang="en-GB" dirty="0">
                <a:effectLst/>
              </a:rPr>
              <a:t>Feature 02 flow - C4</a:t>
            </a:r>
            <a:r>
              <a:rPr lang="en-GB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7647E9-65F8-4B79-562A-333CFA3EE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" b="1"/>
          <a:stretch>
            <a:fillRect/>
          </a:stretch>
        </p:blipFill>
        <p:spPr>
          <a:xfrm>
            <a:off x="4350131" y="953244"/>
            <a:ext cx="3491738" cy="590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173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05E89B-622F-669B-47D3-478109438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38" b="1"/>
          <a:stretch>
            <a:fillRect/>
          </a:stretch>
        </p:blipFill>
        <p:spPr>
          <a:xfrm>
            <a:off x="0" y="0"/>
            <a:ext cx="12192000" cy="20635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521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DFE0C-A430-B766-18E1-1C51DC636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6EC625-44E7-4638-4B1D-78C11A0E7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38" b="1"/>
          <a:stretch>
            <a:fillRect/>
          </a:stretch>
        </p:blipFill>
        <p:spPr>
          <a:xfrm>
            <a:off x="0" y="-6888808"/>
            <a:ext cx="12192000" cy="20635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360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41430-2A2B-4600-027F-FD7B5145A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DD6379-AD9B-A8B8-F925-5F887FBA8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38" b="1"/>
          <a:stretch>
            <a:fillRect/>
          </a:stretch>
        </p:blipFill>
        <p:spPr>
          <a:xfrm>
            <a:off x="0" y="-13777616"/>
            <a:ext cx="12192000" cy="20635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481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7F700-3FC6-8143-74E7-7E11ACD5D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A9F03-347B-E7D8-3604-F9D1EB7B9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0"/>
            <a:ext cx="9766300" cy="984250"/>
          </a:xfrm>
        </p:spPr>
        <p:txBody>
          <a:bodyPr>
            <a:normAutofit/>
          </a:bodyPr>
          <a:lstStyle/>
          <a:p>
            <a:r>
              <a:rPr lang="en-GB" dirty="0">
                <a:effectLst/>
              </a:rPr>
              <a:t>Deployment (Development) - C4</a:t>
            </a:r>
            <a:r>
              <a:rPr lang="en-GB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80EE4F-CA50-BDAA-BA04-FD2113006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138" y="1009369"/>
            <a:ext cx="5799723" cy="584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123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5C4EE-FDBA-F871-B219-40D22A700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D6E3B8-1DFA-5F02-F480-36B77B8751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229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37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1B89-671F-A7FB-E181-188F35C79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572DFC-C4D5-7C60-3D8A-F1BF93564C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537807"/>
            <a:ext cx="12192000" cy="1229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094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765BD-4D29-834E-26C9-AFC5BA893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834BE-9314-4AE7-C486-BC9BA5D5C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0"/>
            <a:ext cx="9766300" cy="984250"/>
          </a:xfrm>
        </p:spPr>
        <p:txBody>
          <a:bodyPr>
            <a:normAutofit/>
          </a:bodyPr>
          <a:lstStyle/>
          <a:p>
            <a:r>
              <a:rPr lang="en-GB" dirty="0">
                <a:effectLst/>
              </a:rPr>
              <a:t>Deployment (Production) - C4</a:t>
            </a:r>
            <a:r>
              <a:rPr lang="en-GB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8B081F-059A-AD6B-2D52-5E3FBA17E8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556" y="984250"/>
            <a:ext cx="5308888" cy="587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623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C2518A-B8EC-B9AF-2788-49FF5A1BA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348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087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7717DE-5FEB-C21F-1520-3241305FF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745520"/>
            <a:ext cx="12192000" cy="1348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48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48244-7DD6-1C5C-4851-59F7FD0B8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476500"/>
            <a:ext cx="9905998" cy="190500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Thank You For your attention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742451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144</TotalTime>
  <Words>297</Words>
  <Application>Microsoft Office PowerPoint</Application>
  <PresentationFormat>Widescreen</PresentationFormat>
  <Paragraphs>51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Century Gothic</vt:lpstr>
      <vt:lpstr>Wingdings</vt:lpstr>
      <vt:lpstr>Mesh</vt:lpstr>
      <vt:lpstr>Study information system  -- Exa1--</vt:lpstr>
      <vt:lpstr>System Description :</vt:lpstr>
      <vt:lpstr>Features :</vt:lpstr>
      <vt:lpstr>Student Exam Registration – Feature 01 :</vt:lpstr>
      <vt:lpstr>Reservation of Exam Premises – Feature 02 :</vt:lpstr>
      <vt:lpstr>Responsibilities - Feature 01 :</vt:lpstr>
      <vt:lpstr>PowerPoint Presentation</vt:lpstr>
      <vt:lpstr>Responsibilities - Feature 02 :</vt:lpstr>
      <vt:lpstr>PowerPoint Presentation</vt:lpstr>
      <vt:lpstr>L1 Diagram – C4:</vt:lpstr>
      <vt:lpstr>L2 Diagram – C4:</vt:lpstr>
      <vt:lpstr>PowerPoint Presentation</vt:lpstr>
      <vt:lpstr>L3 Diagram - Web Application - C4:</vt:lpstr>
      <vt:lpstr>PowerPoint Presentation</vt:lpstr>
      <vt:lpstr>L3 Diagram – Application Core - C4:</vt:lpstr>
      <vt:lpstr>PowerPoint Presentation</vt:lpstr>
      <vt:lpstr>PowerPoint Presentation</vt:lpstr>
      <vt:lpstr>L3 Diagram – Exam Database - C4:</vt:lpstr>
      <vt:lpstr>L3 Diagram – Notification Worker - C4:</vt:lpstr>
      <vt:lpstr>Feature 01 flow - C4:</vt:lpstr>
      <vt:lpstr>PowerPoint Presentation</vt:lpstr>
      <vt:lpstr>Feature 02 flow - C4:</vt:lpstr>
      <vt:lpstr>PowerPoint Presentation</vt:lpstr>
      <vt:lpstr>PowerPoint Presentation</vt:lpstr>
      <vt:lpstr>PowerPoint Presentation</vt:lpstr>
      <vt:lpstr>Deployment (Development) - C4:</vt:lpstr>
      <vt:lpstr>PowerPoint Presentation</vt:lpstr>
      <vt:lpstr>PowerPoint Presentation</vt:lpstr>
      <vt:lpstr>Deployment (Production) - C4:</vt:lpstr>
      <vt:lpstr>PowerPoint Presentation</vt:lpstr>
      <vt:lpstr>PowerPoint Presentation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Timotej Kotlín</dc:creator>
  <cp:lastModifiedBy>Timotej Kotlín</cp:lastModifiedBy>
  <cp:revision>5</cp:revision>
  <dcterms:created xsi:type="dcterms:W3CDTF">2025-11-24T02:50:01Z</dcterms:created>
  <dcterms:modified xsi:type="dcterms:W3CDTF">2025-11-24T05:28:14Z</dcterms:modified>
</cp:coreProperties>
</file>