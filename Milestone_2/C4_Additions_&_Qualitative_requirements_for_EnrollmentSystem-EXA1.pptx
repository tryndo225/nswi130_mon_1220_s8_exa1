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92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29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50" d="100"/>
          <a:sy n="50" d="100"/>
        </p:scale>
        <p:origin x="1600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03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333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96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40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181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12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4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98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90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4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42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4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993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603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857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785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335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01E7637-D4CB-4EE7-BBC8-1C33F3D5CF25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10D5BEA-3A02-4EA8-A1E7-AC515993B7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052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E177-AA22-7231-4774-CE43F227F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effectLst/>
              </a:rPr>
              <a:t>Enrol</a:t>
            </a:r>
            <a:r>
              <a:rPr lang="sk-SK" dirty="0">
                <a:effectLst/>
              </a:rPr>
              <a:t>l</a:t>
            </a:r>
            <a:r>
              <a:rPr lang="en-GB" dirty="0" err="1">
                <a:effectLst/>
              </a:rPr>
              <a:t>ment</a:t>
            </a:r>
            <a:r>
              <a:rPr lang="sk-SK" dirty="0">
                <a:effectLst/>
              </a:rPr>
              <a:t> </a:t>
            </a:r>
            <a:r>
              <a:rPr lang="en-GB" dirty="0">
                <a:effectLst/>
              </a:rPr>
              <a:t>System</a:t>
            </a:r>
            <a:br>
              <a:rPr lang="en-GB" dirty="0">
                <a:effectLst/>
              </a:rPr>
            </a:br>
            <a:r>
              <a:rPr lang="sk-SK" dirty="0">
                <a:effectLst/>
              </a:rPr>
              <a:t>--</a:t>
            </a:r>
            <a:r>
              <a:rPr lang="en-GB" dirty="0"/>
              <a:t> </a:t>
            </a:r>
            <a:r>
              <a:rPr lang="en-GB" dirty="0">
                <a:effectLst/>
              </a:rPr>
              <a:t>ENR1</a:t>
            </a:r>
            <a:r>
              <a:rPr lang="sk-SK" dirty="0">
                <a:effectLst/>
              </a:rPr>
              <a:t> --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55E1A-8433-4923-FA2C-13D2B1662F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Timotej Kotl</a:t>
            </a:r>
            <a:r>
              <a:rPr lang="sk-SK" dirty="0"/>
              <a:t>ín </a:t>
            </a:r>
            <a:r>
              <a:rPr lang="en-US" dirty="0"/>
              <a:t>&amp;</a:t>
            </a:r>
            <a:r>
              <a:rPr lang="sk-SK" dirty="0"/>
              <a:t> Sara Alić-Ekinović </a:t>
            </a:r>
            <a:br>
              <a:rPr lang="sk-SK" dirty="0"/>
            </a:br>
            <a:r>
              <a:rPr lang="sk-SK" dirty="0"/>
              <a:t>Group: - EXA1 -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89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408ECF-5709-07AD-0CEA-2882F2A8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083317" cy="1905000"/>
          </a:xfrm>
        </p:spPr>
        <p:txBody>
          <a:bodyPr/>
          <a:lstStyle/>
          <a:p>
            <a:r>
              <a:rPr lang="sk-SK" b="1" dirty="0">
                <a:effectLst/>
              </a:rPr>
              <a:t> </a:t>
            </a:r>
            <a:r>
              <a:rPr lang="en-GB" b="1" dirty="0">
                <a:effectLst/>
              </a:rPr>
              <a:t>Modifications to C4 Model &amp; Quality Scenarios</a:t>
            </a:r>
            <a:br>
              <a:rPr lang="en-GB" b="1" dirty="0">
                <a:effectLst/>
              </a:rPr>
            </a:b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1B996-E6CD-1490-A3B3-7E97DC462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05" y="1368022"/>
            <a:ext cx="10461181" cy="2892090"/>
          </a:xfrm>
          <a:prstGeom prst="rect">
            <a:avLst/>
          </a:prstGeom>
        </p:spPr>
      </p:pic>
      <p:pic>
        <p:nvPicPr>
          <p:cNvPr id="2050" name="Picture 2" descr="Reliable Stamp. Reliable Label. Round Grunge Sign Stock Vector -  Illustration of isolated, white: 349482851">
            <a:extLst>
              <a:ext uri="{FF2B5EF4-FFF2-40B4-BE49-F238E27FC236}">
                <a16:creationId xmlns:a16="http://schemas.microsoft.com/office/drawing/2014/main" id="{262EDC6A-D91D-9400-A22E-692644C50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3636335"/>
            <a:ext cx="2327120" cy="196059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igher Retail Success Archives - The leading retail and brand consulting,  training and development group in Nigeria. We help organizations maximize  performance, drive growth and improve overall success through our industry  specific">
            <a:extLst>
              <a:ext uri="{FF2B5EF4-FFF2-40B4-BE49-F238E27FC236}">
                <a16:creationId xmlns:a16="http://schemas.microsoft.com/office/drawing/2014/main" id="{9D060D5E-3977-0515-A9F3-B0F547941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943" y="4955830"/>
            <a:ext cx="1556341" cy="141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1E70FE4-6884-6BF6-F581-F815CFF36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475" y="3429000"/>
            <a:ext cx="1470838" cy="147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12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828AB-B3C8-54B4-8E81-27BF8233C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BB8B7A-99B2-04F3-6AED-0A3AB05B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85135" cy="1905000"/>
          </a:xfrm>
        </p:spPr>
        <p:txBody>
          <a:bodyPr/>
          <a:lstStyle/>
          <a:p>
            <a:r>
              <a:rPr lang="sk-SK" b="1" dirty="0">
                <a:effectLst/>
              </a:rPr>
              <a:t> </a:t>
            </a:r>
            <a:r>
              <a:rPr lang="en-GB" b="1" dirty="0">
                <a:effectLst/>
              </a:rPr>
              <a:t>Scenario 0 -</a:t>
            </a:r>
            <a:r>
              <a:rPr lang="sk-SK" b="1" dirty="0">
                <a:effectLst/>
              </a:rPr>
              <a:t> </a:t>
            </a:r>
            <a:r>
              <a:rPr lang="en-GB" b="1" dirty="0">
                <a:effectLst/>
              </a:rPr>
              <a:t>Modifiability (Design-time)</a:t>
            </a:r>
            <a:br>
              <a:rPr lang="en-GB" b="1" dirty="0">
                <a:effectLst/>
              </a:rPr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205FF9-65F9-7CC5-2549-A0714266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12" y="1184096"/>
            <a:ext cx="9620666" cy="567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8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9F76C-2A1A-3641-993D-F832FA16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1E6FB3F-EDA9-B1F8-A32A-F095DAF62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85135" cy="1905000"/>
          </a:xfrm>
        </p:spPr>
        <p:txBody>
          <a:bodyPr/>
          <a:lstStyle/>
          <a:p>
            <a:r>
              <a:rPr lang="sk-SK" b="1" dirty="0">
                <a:effectLst/>
              </a:rPr>
              <a:t> </a:t>
            </a:r>
            <a:r>
              <a:rPr lang="en-GB" b="1" dirty="0">
                <a:effectLst/>
              </a:rPr>
              <a:t>Scenario 0 -</a:t>
            </a:r>
            <a:r>
              <a:rPr lang="sk-SK" b="1" dirty="0">
                <a:effectLst/>
              </a:rPr>
              <a:t> </a:t>
            </a:r>
            <a:r>
              <a:rPr lang="en-GB" b="1" dirty="0">
                <a:effectLst/>
              </a:rPr>
              <a:t>Modifiability (Design-time)</a:t>
            </a:r>
            <a:br>
              <a:rPr lang="en-GB" b="1" dirty="0">
                <a:effectLst/>
              </a:rPr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0BE7F4-1AA9-ADD6-8173-47E04648A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91" y="1183518"/>
            <a:ext cx="10823944" cy="556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0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64BD-9FCD-8E11-2FAF-C539881F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DB8DCD-376B-4178-96CA-2EDDE1E8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85135" cy="1905000"/>
          </a:xfrm>
        </p:spPr>
        <p:txBody>
          <a:bodyPr/>
          <a:lstStyle/>
          <a:p>
            <a:r>
              <a:rPr lang="sk-SK" b="1" dirty="0">
                <a:effectLst/>
              </a:rPr>
              <a:t> </a:t>
            </a:r>
            <a:r>
              <a:rPr lang="en-GB" b="1" dirty="0">
                <a:effectLst/>
              </a:rPr>
              <a:t>Scenario 3 - Reliability (Run-time)</a:t>
            </a:r>
            <a:br>
              <a:rPr lang="en-GB" b="1" dirty="0">
                <a:effectLst/>
              </a:rPr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ADC25-E719-0992-304E-8B278DC57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2" y="1117612"/>
            <a:ext cx="9739423" cy="538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8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E4C7-7892-F898-0FAF-A14B13621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DE35CC-4583-EA0E-F227-06006A31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85135" cy="1905000"/>
          </a:xfrm>
        </p:spPr>
        <p:txBody>
          <a:bodyPr/>
          <a:lstStyle/>
          <a:p>
            <a:r>
              <a:rPr lang="sk-SK" b="1" dirty="0">
                <a:effectLst/>
              </a:rPr>
              <a:t> </a:t>
            </a:r>
            <a:r>
              <a:rPr lang="en-GB" b="1" dirty="0">
                <a:effectLst/>
              </a:rPr>
              <a:t>Scenario 3 - Reliability (Run-time)</a:t>
            </a:r>
            <a:br>
              <a:rPr lang="en-GB" b="1" dirty="0">
                <a:effectLst/>
              </a:rPr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74EA88-9612-E7B5-12F9-DDB00E228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03" y="1154058"/>
            <a:ext cx="10519144" cy="54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CFD5-0CA0-AEA3-9ACA-588BC0987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1C9491-9445-671E-24BA-93DE72919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85135" cy="1905000"/>
          </a:xfrm>
        </p:spPr>
        <p:txBody>
          <a:bodyPr/>
          <a:lstStyle/>
          <a:p>
            <a:r>
              <a:rPr lang="sk-SK" b="1" dirty="0">
                <a:effectLst/>
              </a:rPr>
              <a:t> </a:t>
            </a:r>
            <a:r>
              <a:rPr lang="en-GB" b="1" dirty="0">
                <a:effectLst/>
              </a:rPr>
              <a:t>Scenario 3 - Reliability (Run-time)</a:t>
            </a:r>
            <a:br>
              <a:rPr lang="en-GB" b="1" dirty="0">
                <a:effectLst/>
              </a:rPr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BB016C-D0BF-5833-2C92-ECB4CB3D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03" y="1154058"/>
            <a:ext cx="10519144" cy="54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2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BAA6-4FE2-A0A8-AC24-4B9CB1B0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ED807F-B18F-3261-A627-1AA54FC6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3085135" cy="1905000"/>
          </a:xfrm>
        </p:spPr>
        <p:txBody>
          <a:bodyPr/>
          <a:lstStyle/>
          <a:p>
            <a:r>
              <a:rPr lang="sk-SK" b="1" dirty="0">
                <a:effectLst/>
              </a:rPr>
              <a:t> </a:t>
            </a:r>
            <a:r>
              <a:rPr lang="en-GB" b="1" dirty="0">
                <a:effectLst/>
              </a:rPr>
              <a:t>Scenario 3 - Reliability (Run-time)</a:t>
            </a:r>
            <a:br>
              <a:rPr lang="en-GB" b="1" dirty="0">
                <a:effectLst/>
              </a:rPr>
            </a:br>
            <a:endParaRPr lang="en-GB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D01A323-78E3-CB88-5656-F8B32B24B4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72162" y="3251925"/>
            <a:ext cx="352476" cy="35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798E88B-C53B-EB7C-E639-2C9FA3998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934" y="1025246"/>
            <a:ext cx="8348132" cy="583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9BB4A28-3139-9010-E81E-0E0FCAAA720C}"/>
              </a:ext>
            </a:extLst>
          </p:cNvPr>
          <p:cNvSpPr/>
          <p:nvPr/>
        </p:nvSpPr>
        <p:spPr>
          <a:xfrm>
            <a:off x="2352743" y="4489258"/>
            <a:ext cx="890982" cy="597902"/>
          </a:xfrm>
          <a:prstGeom prst="ellipse">
            <a:avLst/>
          </a:prstGeom>
          <a:noFill/>
          <a:ln>
            <a:solidFill>
              <a:srgbClr val="800000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D78A92-FFC2-E32F-D0B2-BD5D24C3501B}"/>
              </a:ext>
            </a:extLst>
          </p:cNvPr>
          <p:cNvSpPr/>
          <p:nvPr/>
        </p:nvSpPr>
        <p:spPr>
          <a:xfrm>
            <a:off x="7468862" y="3708739"/>
            <a:ext cx="890982" cy="597902"/>
          </a:xfrm>
          <a:prstGeom prst="ellipse">
            <a:avLst/>
          </a:prstGeom>
          <a:noFill/>
          <a:ln>
            <a:solidFill>
              <a:srgbClr val="800000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B03C95-641A-7188-DFBC-B89DCFB5AA13}"/>
              </a:ext>
            </a:extLst>
          </p:cNvPr>
          <p:cNvSpPr/>
          <p:nvPr/>
        </p:nvSpPr>
        <p:spPr>
          <a:xfrm>
            <a:off x="5277977" y="4508116"/>
            <a:ext cx="890982" cy="597902"/>
          </a:xfrm>
          <a:prstGeom prst="ellipse">
            <a:avLst/>
          </a:prstGeom>
          <a:noFill/>
          <a:ln>
            <a:solidFill>
              <a:srgbClr val="800000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1F1811-2B16-D1B7-3657-BCB9354A97E4}"/>
              </a:ext>
            </a:extLst>
          </p:cNvPr>
          <p:cNvSpPr/>
          <p:nvPr/>
        </p:nvSpPr>
        <p:spPr>
          <a:xfrm>
            <a:off x="8331269" y="5270669"/>
            <a:ext cx="890982" cy="597902"/>
          </a:xfrm>
          <a:prstGeom prst="ellipse">
            <a:avLst/>
          </a:prstGeom>
          <a:noFill/>
          <a:ln>
            <a:solidFill>
              <a:srgbClr val="800000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982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F88AD-D7E4-81E3-68BC-1E93D3554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DAFDD9C-5C2B-B4B1-66DA-4AD6C9F6A4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23627A6-C33B-5CB2-6435-A2F95F43E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921881"/>
            <a:ext cx="56117671" cy="3920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933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2621-9B89-1492-F137-BA32BE9C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6E67B9C-3D2A-063D-8BAB-80F8823C47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4D25015-9D3F-8A71-059E-A3BCBE51F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323814" y="-24484414"/>
            <a:ext cx="50997758" cy="3563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824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04423-9CFC-2A73-21BA-5B2DBA10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B29E49B-AA78-AADF-72B5-573200236A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6B48F6C-1A86-B2F6-858A-3463DF8AC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72099" y="-14234408"/>
            <a:ext cx="50997758" cy="3563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583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032AC-4C26-9E5B-1166-4714F8D6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CB241C4-BAF7-1D8C-8E54-78585D27E2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0A2A55F-8CA0-FE99-3BCA-054187D43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317356" y="-20101807"/>
            <a:ext cx="50997758" cy="35631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923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8244-7DD6-1C5C-4851-59F7FD0B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76500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Thank You For your attention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742451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272</TotalTime>
  <Words>88</Words>
  <Application>Microsoft Office PowerPoint</Application>
  <PresentationFormat>Widescreen</PresentationFormat>
  <Paragraphs>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Mesh</vt:lpstr>
      <vt:lpstr>Enrollment System -- ENR1 --</vt:lpstr>
      <vt:lpstr> Modifications to C4 Model &amp; Quality Scenarios </vt:lpstr>
      <vt:lpstr> Scenario 0 - Modifiability (Design-time) </vt:lpstr>
      <vt:lpstr> Scenario 0 - Modifiability (Design-time) </vt:lpstr>
      <vt:lpstr> Scenario 3 - Reliability (Run-time) </vt:lpstr>
      <vt:lpstr> Scenario 3 - Reliability (Run-time) </vt:lpstr>
      <vt:lpstr> Scenario 3 - Reliability (Run-time) </vt:lpstr>
      <vt:lpstr> Scenario 3 - Reliability (Run-time) </vt:lpstr>
      <vt:lpstr>PowerPoint Presentation</vt:lpstr>
      <vt:lpstr>PowerPoint Presentation</vt:lpstr>
      <vt:lpstr>PowerPoint Presentation</vt:lpstr>
      <vt:lpstr>PowerPoint Presentation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Timotej Kotlín</dc:creator>
  <cp:lastModifiedBy>timotej kotlín</cp:lastModifiedBy>
  <cp:revision>8</cp:revision>
  <dcterms:created xsi:type="dcterms:W3CDTF">2025-11-24T02:50:01Z</dcterms:created>
  <dcterms:modified xsi:type="dcterms:W3CDTF">2026-01-02T22:23:24Z</dcterms:modified>
</cp:coreProperties>
</file>